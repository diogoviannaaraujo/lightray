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2905e554444899" /><Relationship Type="http://schemas.openxmlformats.org/officeDocument/2006/relationships/extended-properties" Target="/docProps/app.xml" Id="Rc0c9cb9760ff4c5b" /><Relationship Type="http://schemas.openxmlformats.org/officeDocument/2006/relationships/officeDocument" Target="/ppt/presentation.xml" Id="R045cb3d02cf545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b1f8c764840b6"/>
  </p:sldMasterIdLst>
  <p:notesMasterIdLst>
    <p:notesMasterId xmlns:r="http://schemas.openxmlformats.org/officeDocument/2006/relationships" r:id="Redb9312f176642ed"/>
  </p:notesMasterIdLst>
  <p:sldIdLst>
    <p:sldId xmlns:r="http://schemas.openxmlformats.org/officeDocument/2006/relationships" id="256" r:id="R5633552a176244f2"/>
    <p:sldId xmlns:r="http://schemas.openxmlformats.org/officeDocument/2006/relationships" id="257" r:id="Ree981c5a2ea14d07"/>
    <p:sldId xmlns:r="http://schemas.openxmlformats.org/officeDocument/2006/relationships" id="258" r:id="R143d46cec6114696"/>
    <p:sldId xmlns:r="http://schemas.openxmlformats.org/officeDocument/2006/relationships" id="259" r:id="Re35328c7122d404f"/>
    <p:sldId xmlns:r="http://schemas.openxmlformats.org/officeDocument/2006/relationships" id="260" r:id="R34701051b5424a12"/>
    <p:sldId xmlns:r="http://schemas.openxmlformats.org/officeDocument/2006/relationships" id="261" r:id="R15b582cb76f64e67"/>
    <p:sldId xmlns:r="http://schemas.openxmlformats.org/officeDocument/2006/relationships" id="262" r:id="R3c9fec196181481f"/>
    <p:sldId xmlns:r="http://schemas.openxmlformats.org/officeDocument/2006/relationships" id="263" r:id="R22f8369962904c0c"/>
    <p:sldId xmlns:r="http://schemas.openxmlformats.org/officeDocument/2006/relationships" id="264" r:id="R48550e3dfe1b430e"/>
    <p:sldId xmlns:r="http://schemas.openxmlformats.org/officeDocument/2006/relationships" id="265" r:id="Rf5e7469537a4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89df2c93df43b5" /><Relationship Type="http://schemas.openxmlformats.org/officeDocument/2006/relationships/slideMaster" Target="/ppt/slideMasters/slideMaster1.xml" Id="R78fb1f8c764840b6" /><Relationship Type="http://schemas.openxmlformats.org/officeDocument/2006/relationships/notesMaster" Target="/ppt/notesMasters/notesMaster1.xml" Id="Redb9312f176642ed" /><Relationship Type="http://schemas.openxmlformats.org/officeDocument/2006/relationships/presProps" Target="/ppt/presProps.xml" Id="R9555cf62aa0e464f" /><Relationship Type="http://schemas.openxmlformats.org/officeDocument/2006/relationships/viewProps" Target="/ppt/viewProps.xml" Id="R87b0e28860254422" /><Relationship Type="http://schemas.openxmlformats.org/officeDocument/2006/relationships/tableStyles" Target="/ppt/tableStyles.xml" Id="R7040f510cfba4b57" /><Relationship Type="http://schemas.openxmlformats.org/officeDocument/2006/relationships/slide" Target="/ppt/slides/slide1.xml" Id="R5633552a176244f2" /><Relationship Type="http://schemas.openxmlformats.org/officeDocument/2006/relationships/slide" Target="/ppt/slides/slide2.xml" Id="Ree981c5a2ea14d07" /><Relationship Type="http://schemas.openxmlformats.org/officeDocument/2006/relationships/slide" Target="/ppt/slides/slide3.xml" Id="R143d46cec6114696" /><Relationship Type="http://schemas.openxmlformats.org/officeDocument/2006/relationships/slide" Target="/ppt/slides/slide4.xml" Id="Re35328c7122d404f" /><Relationship Type="http://schemas.openxmlformats.org/officeDocument/2006/relationships/slide" Target="/ppt/slides/slide5.xml" Id="R34701051b5424a12" /><Relationship Type="http://schemas.openxmlformats.org/officeDocument/2006/relationships/slide" Target="/ppt/slides/slide6.xml" Id="R15b582cb76f64e67" /><Relationship Type="http://schemas.openxmlformats.org/officeDocument/2006/relationships/slide" Target="/ppt/slides/slide7.xml" Id="R3c9fec196181481f" /><Relationship Type="http://schemas.openxmlformats.org/officeDocument/2006/relationships/slide" Target="/ppt/slides/slide8.xml" Id="R22f8369962904c0c" /><Relationship Type="http://schemas.openxmlformats.org/officeDocument/2006/relationships/slide" Target="/ppt/slides/slide9.xml" Id="R48550e3dfe1b430e" /><Relationship Type="http://schemas.openxmlformats.org/officeDocument/2006/relationships/slide" Target="/ppt/slides/slide10.xml" Id="Rf5e7469537a4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59947c32947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979ba7436411e" /><Relationship Type="http://schemas.openxmlformats.org/officeDocument/2006/relationships/notesMaster" Target="/ppt/notesMasters/notesMaster1.xml" Id="R9a8ba7d694e9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4e46c4cab48a2" /><Relationship Type="http://schemas.openxmlformats.org/officeDocument/2006/relationships/notesMaster" Target="/ppt/notesMasters/notesMaster1.xml" Id="Re24d8eff076043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bb3c6f555b4e1c" /><Relationship Type="http://schemas.openxmlformats.org/officeDocument/2006/relationships/notesMaster" Target="/ppt/notesMasters/notesMaster1.xml" Id="R6496a484fc254c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11e4696c984183" /><Relationship Type="http://schemas.openxmlformats.org/officeDocument/2006/relationships/notesMaster" Target="/ppt/notesMasters/notesMaster1.xml" Id="R53143577495642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64ecbc0d0b4513" /><Relationship Type="http://schemas.openxmlformats.org/officeDocument/2006/relationships/notesMaster" Target="/ppt/notesMasters/notesMaster1.xml" Id="Rc837da2b7df949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6622dc653a4be2" /><Relationship Type="http://schemas.openxmlformats.org/officeDocument/2006/relationships/notesMaster" Target="/ppt/notesMasters/notesMaster1.xml" Id="R1478c4a171f347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466e36f184d61" /><Relationship Type="http://schemas.openxmlformats.org/officeDocument/2006/relationships/notesMaster" Target="/ppt/notesMasters/notesMaster1.xml" Id="R070bb82d305b4c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0ce8d1462e424c" /><Relationship Type="http://schemas.openxmlformats.org/officeDocument/2006/relationships/notesMaster" Target="/ppt/notesMasters/notesMaster1.xml" Id="Ra8d686f1e2354f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499a719c7c45ba" /><Relationship Type="http://schemas.openxmlformats.org/officeDocument/2006/relationships/notesMaster" Target="/ppt/notesMasters/notesMaster1.xml" Id="R1867cd806d0540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cbd54c524d4525" /><Relationship Type="http://schemas.openxmlformats.org/officeDocument/2006/relationships/notesMaster" Target="/ppt/notesMasters/notesMaster1.xml" Id="R469e30b7586844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 Referência Microsoft: https://learn.microsoft.com/en-us/windows/win32/api/dxgi1_2/nf-dxgi1_2-idxgioutputduplication-acquirenextframe . Os ciclos usam injeção de perda da interface, não uma troca real de desktop.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 Fonte numérica: docs/windows/host-telemetry-progress.md, rodada desktop-022. Sem benchmark A/B do aplicativo Parsec. Input ativo limita inferências sobre custo do painel. Orçamento de cadência para 90 FPS: 11,11 ms. FPS decodificados não representam FPS apresentados.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 Referências oficiais Parsec consultadas em 01/10/2026: https://support.parsec.app/hc/en-us/articles/32381603663636-Stream-Overlay-Stats-and-Logging e https://support.parsec.app/hc/en-us/articles/32361367389972-Swap-Command-and-Ctrl-for-MacOS . A proposta aplica decisões próprias ao Lightray. O atalho novo do menu tem teste automatizado, com validação visual por clique.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 Git 5002116872492da705aa6252f26482b02e3df5b5 com alterações locais não publicadas. Fontes: docs/windows/host-telemetry-progress.md, docs/windows/client-ux-progress.md, docs/windows/capture-recovery-progress.md, docs/windows/session-controls-progress.md. Evidências: docs/windows/evidence/capture-recovery-initial/reconciliation.json e session-controls-initial. Os resultados não certificam produção ou equivalência ao Parsec.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1d90c5fa748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9a3d602b441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06c694ef945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c8af1453b4e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7dcdad53748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5e529db2d44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e48a9015c48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8a8b58c754b1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8f659c34940a2" /><Relationship Type="http://schemas.openxmlformats.org/officeDocument/2006/relationships/image" Target="/ppt/media/image.png" Id="R4fe3a822c21a49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c558a0b5f439b" /><Relationship Type="http://schemas.openxmlformats.org/officeDocument/2006/relationships/image" Target="/ppt/media/image2.png" Id="R07dc80a57d47466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4fe3a822c21a49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07dc80a57d4746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0965d010ca4d37" /><Relationship Type="http://schemas.openxmlformats.org/officeDocument/2006/relationships/slideLayout" Target="/ppt/slideLayouts/slideLayout1.xml" Id="R45268cadf04b4b32" /><Relationship Type="http://schemas.openxmlformats.org/officeDocument/2006/relationships/slideLayout" Target="/ppt/slideLayouts/slideLayout2.xml" Id="R80d5a241cca044ce" /><Relationship Type="http://schemas.openxmlformats.org/officeDocument/2006/relationships/slideLayout" Target="/ppt/slideLayouts/slideLayout3.xml" Id="Rff2cd1e20ce0492a" /><Relationship Type="http://schemas.openxmlformats.org/officeDocument/2006/relationships/slideLayout" Target="/ppt/slideLayouts/slideLayout4.xml" Id="R1497f2cea2704d40" /><Relationship Type="http://schemas.openxmlformats.org/officeDocument/2006/relationships/slideLayout" Target="/ppt/slideLayouts/slideLayout5.xml" Id="Rd072140af03c44e7" /><Relationship Type="http://schemas.openxmlformats.org/officeDocument/2006/relationships/slideLayout" Target="/ppt/slideLayouts/slideLayout6.xml" Id="R0620ab87272f47a2" /><Relationship Type="http://schemas.openxmlformats.org/officeDocument/2006/relationships/slideLayout" Target="/ppt/slideLayouts/slideLayout7.xml" Id="Rf19c3edbc06445bd" /><Relationship Type="http://schemas.openxmlformats.org/officeDocument/2006/relationships/slideLayout" Target="/ppt/slideLayouts/slideLayout8.xml" Id="R262b25b7b2c94930" /><Relationship Type="http://schemas.openxmlformats.org/officeDocument/2006/relationships/slideLayout" Target="/ppt/slideLayouts/slideLayout9.xml" Id="Rbe67f856982f43da" /><Relationship Type="http://schemas.openxmlformats.org/officeDocument/2006/relationships/slideLayout" Target="/ppt/slideLayouts/slideLayout10.xml" Id="R703d64880ae249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268cadf04b4b32"/>
    <p:sldLayoutId xmlns:r="http://schemas.openxmlformats.org/officeDocument/2006/relationships" id="2147483650" r:id="R80d5a241cca044ce"/>
    <p:sldLayoutId xmlns:r="http://schemas.openxmlformats.org/officeDocument/2006/relationships" id="2147483651" r:id="Rff2cd1e20ce0492a"/>
    <p:sldLayoutId xmlns:r="http://schemas.openxmlformats.org/officeDocument/2006/relationships" id="2147483652" r:id="R1497f2cea2704d40"/>
    <p:sldLayoutId xmlns:r="http://schemas.openxmlformats.org/officeDocument/2006/relationships" id="2147483653" r:id="Rd072140af03c44e7"/>
    <p:sldLayoutId xmlns:r="http://schemas.openxmlformats.org/officeDocument/2006/relationships" id="2147483654" r:id="R0620ab87272f47a2"/>
    <p:sldLayoutId xmlns:r="http://schemas.openxmlformats.org/officeDocument/2006/relationships" id="2147483655" r:id="Rf19c3edbc06445bd"/>
    <p:sldLayoutId xmlns:r="http://schemas.openxmlformats.org/officeDocument/2006/relationships" id="2147483656" r:id="R262b25b7b2c94930"/>
    <p:sldLayoutId xmlns:r="http://schemas.openxmlformats.org/officeDocument/2006/relationships" id="2147483657" r:id="Rbe67f856982f43da"/>
    <p:sldLayoutId xmlns:r="http://schemas.openxmlformats.org/officeDocument/2006/relationships" id="2147483658" r:id="R703d64880ae2499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de94396c54373" /><Relationship Type="http://schemas.openxmlformats.org/officeDocument/2006/relationships/notesSlide" Target="/ppt/notesSlides/notesSlide1.xml" Id="Re89700e209fd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8a6c4f2f84624" /><Relationship Type="http://schemas.openxmlformats.org/officeDocument/2006/relationships/notesSlide" Target="/ppt/notesSlides/notesSlide2.xml" Id="Rf8f1fff18e9443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44d019b7c4463b" /><Relationship Type="http://schemas.openxmlformats.org/officeDocument/2006/relationships/notesSlide" Target="/ppt/notesSlides/notesSlide3.xml" Id="R947f84f5f36347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40661836a48a1" /><Relationship Type="http://schemas.openxmlformats.org/officeDocument/2006/relationships/notesSlide" Target="/ppt/notesSlides/notesSlide4.xml" Id="R4de8c484903f45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45c0506ed834b67" /><Relationship Type="http://schemas.openxmlformats.org/officeDocument/2006/relationships/notesSlide" Target="/ppt/notesSlides/notesSlide5.xml" Id="Reb19c368cd69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c4e6954f34cd5" /><Relationship Type="http://schemas.openxmlformats.org/officeDocument/2006/relationships/notesSlide" Target="/ppt/notesSlides/notesSlide6.xml" Id="R72a26a1c05e845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3d56b99e20b4dbf" /><Relationship Type="http://schemas.openxmlformats.org/officeDocument/2006/relationships/notesSlide" Target="/ppt/notesSlides/notesSlide7.xml" Id="R855e1002411a46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9460f10cd4335" /><Relationship Type="http://schemas.openxmlformats.org/officeDocument/2006/relationships/notesSlide" Target="/ppt/notesSlides/notesSlide8.xml" Id="R8260448269da4d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6474c1ca764a23" /><Relationship Type="http://schemas.openxmlformats.org/officeDocument/2006/relationships/notesSlide" Target="/ppt/notesSlides/notesSlide9.xml" Id="R6cc5c25b2aa04b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f622abedc40ae" /><Relationship Type="http://schemas.openxmlformats.org/officeDocument/2006/relationships/notesSlide" Target="/ppt/notesSlides/notesSlide10.xml" Id="R62ee2d42d51b4a4c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Lightray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Revisão operacional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Atualização de desenvolvimento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01/10/2026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Destino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Revisão do desenvolvedor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Mac e Windows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Lightray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41E1055E-3D22-4645-BAF4-EA4EAC3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/>
              <a:t>Estado, evidências e próximas etapas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Revisão operacional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Estado da entrega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Testes automatizados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Recuperação da captura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Desempenho 4K90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Interface e plano de produto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Critérios de próxima validação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Captura nativa e NVENC na RTX 4090.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Métricas de captura, encode, RTT, decode e fila no cliente.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Copiar/colar remoto, Alt+Tab e tecla Windows já tiveram validação real.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Dez ciclos de recriação DXGI concluíram na mesma sessão em 30/09.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Menu de sessão e preferências por host acrescentados em 01/10.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Cliente Mac e host Windows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202359C0-8A7A-196E-DD58-8E6569619F09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AVANÇOS VERIFICADOS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Hoje a conexão autenticou, mas não entregou o primeiro frame.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 teste persistente começou sem imagem e encerrou em 5,02 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Mudança de geometria e perda do device ainda exigem reiniciar o host.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Clipboard entre máquinas, áudio e captura imersiva continuam pendentes.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 FPS apresentados e resposta visual do input ainda exigem medição.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LIMITES E PENDÊNCIAS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Verificação deste incremento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111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Testes Swift no Mac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31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Testes Python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19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Casos de input nativo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Casos de recuperação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Os dez ciclos ao vivo pertencem a 30/09. A campanha de 01/10 encontrou ausência do primeiro frame e valida apenas o prazo de falha.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Os testes automatizados cobrem o core, o cliente e os utilitários Windows. O laboratório preserva logs e hashes para reprodução.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Entrada remota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 host libera teclas e botões ao perder a captura. O cliente pausa input após dois segundos sem progresso de decode. Os estados usam observações locais.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Resultado ao vivo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Dez recuperações entre 109,93 e 122,15 ms no host. A sessão permaneceu autenticada. As onze épocas de captura começaram com IDR.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Alcance do teste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marcador do laboratório libera a interface DXGI real. Ainda faltam bloqueio de sessão, troca real de desktop, mudança de resolução e remoção do device.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Recuperação limitada da captura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host invalida o cache quando perde a duplicação e tenta recriá-la dentro de um prazo de cinco segundos. Só um frame novo restabelece a captura. A retomada exige IDR e configuração do encoder. Perda do device ou mudança de formato encerra com diagnóstico explícito.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MESMO DEVICE E MESMA GEOMETRIA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4K90: medição exploratória anterior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Campanha de 30/09/2026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Quatro rodadas de 45 s, com 10 s de aquecimento excluídos. HEVC/NVENC, LAN, 80 Mbps e FEC desligado. Origem e monitor Mac reportaram 60 Hz. Input permaneceu ativo.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Rodada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HUD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FPS mediano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Encode p50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Encode p99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Ligado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5,808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15,547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Oculto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90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5,607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15,245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Oculto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5,489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15,359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Ligado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5,476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15,037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RTT mediano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4,6–5,4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 rodada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LAN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Decode mediano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2,20–2,40 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 rodada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Frames reutilizados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33,7%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Origem 60 Hz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Sessão inteira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Conclusão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Exploratória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Sem efeito causal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Sem presented FPS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Preferências por host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Command/Control, painel e cursor persistem pelo identificador público de pareamento. Opções da CLI prevalecem. O modo de laboratório pode ignorar a persistência.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Teclado ampliado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backend Windows agora aceita a tecla ISO, menu e F13–F20. Os testes conferem scancodes e Right Alt. A matriz de texto internacional ainda está pendente.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Próxima interface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Seleção de host e qualidade, gráficos com janela limitada, diagnóstico de sessão e escolha de monitor. Controles de resolução/FPS dependem de renegociação do host.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Controles de sessão do Lightray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 menu reúne ações de sessão sobre o vídeo, incluindo tela cheia, atalhos remotos e preferências. A identidade usa o nome Lightray e o acento ciano. A inspeção no monitor Samsung confirmou o menu por clique em janela e tela cheia, ainda sem vídeo Windows ativo.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REFERÊNCIA FUNCIONAL: PARSEC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Plano de evolução e aceite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Sequência de desenvolvimento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Cada etapa exige evidência de comportamento, tratamento de falhas e verificação de compatibilidade. O estado abaixo distingue a entrega funcional da validação em laboratório.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Etapa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Entrega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Estado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Validação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Próximo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Atalhos e HUD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Validada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Input real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Manter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Tempos do host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Validada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CSV e ABI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Medição longa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UX02a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Recuperar DXGI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Parcial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 ciclos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Falhas reais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UX03a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Menu e preferências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Implementada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UI sem vídeo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Sessão ativa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UX03b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Texto internacional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Pendente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ABNT2/AltGr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Acentos e foco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Clipboard Unicode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Pendente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Limites e sigilo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Ação explícita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Modo imersivo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Pendente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Permissão e saída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HID/event tap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UX06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Desempenho e soak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Pendente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Cenários iguais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 min e soak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Captura e teclado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Primeiro frame estável, falhas reais de desktop, ANSI/ISO/ABNT2, acentos e AltGr.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Próximos marcos de aceitação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Experiência da sessão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Clipboard Unicode por ação explícita, áudio e modo imersivo opcional com saída local.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Desempenho e distribuição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30 min por cenário, comparação controlada com Parsec, depois soak e empacotamento.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Etapa A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Etapa B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Etapa C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Próxima revisão técnica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Fontes e evidências no repositório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Alterações locais aguardam revisão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Lightray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2026-10-01T11:50:31.2850000Z</dcterms:created>
  <dcterms:modified xsi:type="dcterms:W3CDTF">2026-10-01T11:50:31.2850000Z</dcterms:modified>
</coreProperties>
</file>